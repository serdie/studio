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D62"/>
    <a:srgbClr val="BADF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5ABB-0F34-95B0-9CF9-677D07831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ca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EF183-F44B-1F9B-540E-AEB18B94D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ca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85771-04D8-E847-4324-B728D118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B587-51D8-F840-AED0-D19F1F73B469}" type="datetimeFigureOut">
              <a:rPr lang="ca-ES" smtClean="0"/>
              <a:t>18/2/26</a:t>
            </a:fld>
            <a:endParaRPr lang="ca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888C5-5979-2471-CD0A-C22D72449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5A56C-EBFE-C5D3-1D2A-6495F6F4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F8C7-66A3-5647-B230-375ACC58C2BA}" type="slidenum">
              <a:rPr lang="ca-ES" smtClean="0"/>
              <a:t>‹#›</a:t>
            </a:fld>
            <a:endParaRPr lang="ca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F314C-89C9-B213-D468-29DA5E843489}"/>
              </a:ext>
            </a:extLst>
          </p:cNvPr>
          <p:cNvSpPr txBox="1"/>
          <p:nvPr userDrawn="1"/>
        </p:nvSpPr>
        <p:spPr>
          <a:xfrm>
            <a:off x="305627" y="249923"/>
            <a:ext cx="10080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8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Programa Superior en </a:t>
            </a:r>
            <a:r>
              <a:rPr lang="ca-ES" sz="1800" b="1" dirty="0" err="1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Inteligencia</a:t>
            </a:r>
            <a:r>
              <a:rPr lang="ca-ES" sz="18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 Artificial Aplicada a la Empresa</a:t>
            </a:r>
            <a:endParaRPr lang="en-ES" sz="1800" dirty="0">
              <a:solidFill>
                <a:srgbClr val="071D62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065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9B48-4A38-8784-C923-F0476371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ca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93B6-8495-26AD-76E5-7D93D450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9CE04-114A-62A0-BFD6-AFB35258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B587-51D8-F840-AED0-D19F1F73B469}" type="datetimeFigureOut">
              <a:rPr lang="ca-ES" smtClean="0"/>
              <a:t>18/2/26</a:t>
            </a:fld>
            <a:endParaRPr lang="ca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34E0C-C242-2064-1B32-1A70BD07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D3B2E-4A46-7D74-D48F-584567F3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F8C7-66A3-5647-B230-375ACC58C2BA}" type="slidenum">
              <a:rPr lang="ca-ES" smtClean="0"/>
              <a:t>‹#›</a:t>
            </a:fld>
            <a:endParaRPr lang="ca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6D663-6FB7-4864-3AF0-7732E30EE1F9}"/>
              </a:ext>
            </a:extLst>
          </p:cNvPr>
          <p:cNvSpPr txBox="1"/>
          <p:nvPr userDrawn="1"/>
        </p:nvSpPr>
        <p:spPr>
          <a:xfrm>
            <a:off x="305627" y="249923"/>
            <a:ext cx="10080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8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Programa Superior en </a:t>
            </a:r>
            <a:r>
              <a:rPr lang="ca-ES" sz="1800" b="1" dirty="0" err="1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Inteligencia</a:t>
            </a:r>
            <a:r>
              <a:rPr lang="ca-ES" sz="18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 Artificial Aplicada a la Empresa</a:t>
            </a:r>
            <a:endParaRPr lang="en-ES" sz="1800" dirty="0">
              <a:solidFill>
                <a:srgbClr val="071D62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2009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5437-FAF7-0861-683E-EC9B1663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ca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0D84A-C879-37F2-C125-1DE9EC72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B587-51D8-F840-AED0-D19F1F73B469}" type="datetimeFigureOut">
              <a:rPr lang="ca-ES" smtClean="0"/>
              <a:t>18/2/26</a:t>
            </a:fld>
            <a:endParaRPr lang="ca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425CE-7E7F-B340-60A2-9FCFC31C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4098A-A9F0-006D-4273-DC160AAD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F8C7-66A3-5647-B230-375ACC58C2BA}" type="slidenum">
              <a:rPr lang="ca-ES" smtClean="0"/>
              <a:t>‹#›</a:t>
            </a:fld>
            <a:endParaRPr lang="ca-E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4496D-4E26-3518-04BA-E52ACD3AAA0B}"/>
              </a:ext>
            </a:extLst>
          </p:cNvPr>
          <p:cNvSpPr txBox="1"/>
          <p:nvPr userDrawn="1"/>
        </p:nvSpPr>
        <p:spPr>
          <a:xfrm>
            <a:off x="305627" y="249923"/>
            <a:ext cx="10080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8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Programa Superior en </a:t>
            </a:r>
            <a:r>
              <a:rPr lang="ca-ES" sz="1800" b="1" dirty="0" err="1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Inteligencia</a:t>
            </a:r>
            <a:r>
              <a:rPr lang="ca-ES" sz="18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 Artificial Aplicada a la Empresa</a:t>
            </a:r>
            <a:endParaRPr lang="en-ES" sz="1800" dirty="0">
              <a:solidFill>
                <a:srgbClr val="071D62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5138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D3BEC6-53DB-DE2E-1F22-AB252AEA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B587-51D8-F840-AED0-D19F1F73B469}" type="datetimeFigureOut">
              <a:rPr lang="ca-ES" smtClean="0"/>
              <a:t>18/2/26</a:t>
            </a:fld>
            <a:endParaRPr lang="ca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66AE0-BA8C-E821-CC8B-027DA704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CE82D-D21C-A14F-0137-06C1F8EA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F8C7-66A3-5647-B230-375ACC58C2BA}" type="slidenum">
              <a:rPr lang="ca-ES" smtClean="0"/>
              <a:t>‹#›</a:t>
            </a:fld>
            <a:endParaRPr lang="ca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05073-BE8D-2A19-2C24-44123510C63F}"/>
              </a:ext>
            </a:extLst>
          </p:cNvPr>
          <p:cNvSpPr txBox="1"/>
          <p:nvPr userDrawn="1"/>
        </p:nvSpPr>
        <p:spPr>
          <a:xfrm>
            <a:off x="305627" y="249923"/>
            <a:ext cx="10080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8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Programa Superior en </a:t>
            </a:r>
            <a:r>
              <a:rPr lang="ca-ES" sz="1800" b="1" dirty="0" err="1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Inteligencia</a:t>
            </a:r>
            <a:r>
              <a:rPr lang="ca-ES" sz="18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 Artificial Aplicada a la Empresa</a:t>
            </a:r>
            <a:endParaRPr lang="en-ES" sz="1800" dirty="0">
              <a:solidFill>
                <a:srgbClr val="071D62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6128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BF9A2-512C-7FFB-FFCF-545CB8CD5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ca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C2FC6-910E-8681-7CBE-206BEC9DC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ca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E7411-A27A-2D5D-E8A3-5C595373E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7B587-51D8-F840-AED0-D19F1F73B469}" type="datetimeFigureOut">
              <a:rPr lang="ca-ES" smtClean="0"/>
              <a:t>18/2/26</a:t>
            </a:fld>
            <a:endParaRPr lang="ca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D29E0-8A93-2DF2-7E8F-C39A2EE5B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1F8C7-66A3-5647-B230-375ACC58C2BA}" type="slidenum">
              <a:rPr lang="ca-ES" smtClean="0"/>
              <a:t>‹#›</a:t>
            </a:fld>
            <a:endParaRPr lang="ca-E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28D7A5-B44F-37CD-81AE-4DA7C5BF65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2278" y="6139945"/>
            <a:ext cx="422744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65438" algn="ctr"/>
                <a:tab pos="5730875" algn="r"/>
              </a:tabLst>
            </a:pPr>
            <a:r>
              <a:rPr kumimoji="0" lang="ca-ES" altLang="en-E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PLAN DE CAPACITACIÓN JOVEN EN INTELIGENCIA ARTIFICIAL Y EMPLEABILIDAD DIGITAL</a:t>
            </a:r>
            <a:endParaRPr kumimoji="0" lang="ca-ES" altLang="en-E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65438" algn="ctr"/>
                <a:tab pos="5730875" algn="r"/>
              </a:tabLst>
            </a:pPr>
            <a:endParaRPr kumimoji="0" lang="ca-ES" altLang="en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468919FF-0463-2A46-77DB-523E251530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563" y="6268243"/>
            <a:ext cx="5730875" cy="54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2F27EB0-664C-F222-3A02-50B83ABB03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91678" y="62245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18624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0EC194-F393-C6E2-9658-255253A54C9C}"/>
              </a:ext>
            </a:extLst>
          </p:cNvPr>
          <p:cNvSpPr/>
          <p:nvPr/>
        </p:nvSpPr>
        <p:spPr>
          <a:xfrm>
            <a:off x="0" y="0"/>
            <a:ext cx="12192000" cy="6039293"/>
          </a:xfrm>
          <a:prstGeom prst="rect">
            <a:avLst/>
          </a:prstGeom>
          <a:solidFill>
            <a:srgbClr val="BADF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BC6BCA-2DC1-113B-7E11-9CA763D41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730" y="2235562"/>
            <a:ext cx="2463209" cy="38037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2E3ADC-512A-C898-54DA-0983C128467D}"/>
              </a:ext>
            </a:extLst>
          </p:cNvPr>
          <p:cNvSpPr txBox="1"/>
          <p:nvPr/>
        </p:nvSpPr>
        <p:spPr>
          <a:xfrm>
            <a:off x="765544" y="1885716"/>
            <a:ext cx="85698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44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Programa Superior en </a:t>
            </a:r>
            <a:r>
              <a:rPr lang="ca-ES" sz="4400" b="1" dirty="0" err="1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Inteligencia</a:t>
            </a:r>
            <a:r>
              <a:rPr lang="ca-ES" sz="4400" b="1" dirty="0">
                <a:solidFill>
                  <a:srgbClr val="071D62"/>
                </a:solidFill>
                <a:latin typeface="Poppins" pitchFamily="2" charset="77"/>
                <a:cs typeface="Poppins" pitchFamily="2" charset="77"/>
              </a:rPr>
              <a:t> Artificial Aplicada a la Empresa</a:t>
            </a:r>
            <a:endParaRPr lang="en-ES" sz="4400" dirty="0">
              <a:solidFill>
                <a:srgbClr val="071D62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5529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D0393-8DDD-D88C-4602-23FCBA8D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587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Poppins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Millet</dc:creator>
  <cp:lastModifiedBy>David Millet</cp:lastModifiedBy>
  <cp:revision>3</cp:revision>
  <dcterms:created xsi:type="dcterms:W3CDTF">2026-02-17T09:39:48Z</dcterms:created>
  <dcterms:modified xsi:type="dcterms:W3CDTF">2026-02-18T07:32:57Z</dcterms:modified>
</cp:coreProperties>
</file>